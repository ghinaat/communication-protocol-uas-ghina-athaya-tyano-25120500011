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832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77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06240"/>
            <a:ext cx="2011680" cy="201168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MINI PROJECT INDIVIDU  •  COMMUNICATION PROTOCOL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Task/Order Tracking API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 — REST API dengan Orkestrasi n8n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Ghina Athaya Tyano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25120500011  •  Kelas Sains Data Profesional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(isi link repo)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Demo (Unlisted): (isi link video)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Task/Order Tracking API  |  Ghina Athaya Tyano - 25120500011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Use Case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4F7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E4572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task/order masih dilakukan manual (chat, spreadsheet).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pekerjaan sulit dipantau secara real-time.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audit trail: kapan status berubah, dan valid atau tidak.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4297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REST API pengelola siklus hidup task + validasi state machine.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penuh (correlation ID, response time, log).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Orkestrasi otomatis via n8n (webhook, retry, notifikasi).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645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Use Case 4?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148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Task/Order Tracking dipilih karena representatif untuk skenario nyata: status berubah lewat endpoint dan harus mengikuti aturan tertentu.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32461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78040" y="32004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Representatif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Mewakili alur kerja nyata: create → update status → selesai/batal.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78040" y="41605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Sederhana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diimplementasikan penuh dalam waktu terbatas UAS.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5166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78040" y="51206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 Secara Teknis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CRUD, state machine, dan integrasi workflow sekaligus.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Task/Order Tracking API  |  Ghina Athaya Tyano - 25120500011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Data Flow &amp; Protocol Selection</a:t>
            </a:r>
            <a:endParaRPr lang="en-US" sz="2800" dirty="0"/>
          </a:p>
        </p:txBody>
      </p:sp>
      <p:pic>
        <p:nvPicPr>
          <p:cNvPr id="3" name="Image 0" descr="uas-project/doc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73152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75320" y="105156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Selection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503920" y="16916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sinkron cocok dengan HTTP method &amp; status code standar.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Task/Order Tracking API  |  Ghina Athaya Tyano - 25120500011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 &amp; Endpoint Design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6492240" cy="27432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Path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Fungsi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Sukses</a:t>
                      </a:r>
                      <a:endParaRPr lang="en-US" sz="115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/api/tasks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Buat task baru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201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/api/tasks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List task (filter ?status=)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/api/tasks/{id}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Detail task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/api/tasks/{id}/status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Update status (validasi transisi)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/api/tasks/{id}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Hapus/cancel task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Status</a:t>
            </a:r>
            <a:endParaRPr lang="en-US" sz="1500" dirty="0"/>
          </a:p>
        </p:txBody>
      </p:sp>
      <p:sp>
        <p:nvSpPr>
          <p:cNvPr id="3" name="Shape 2"/>
          <p:cNvSpPr/>
          <p:nvPr/>
        </p:nvSpPr>
        <p:spPr>
          <a:xfrm>
            <a:off x="548640" y="461772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03120" y="459028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377440" y="461772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31920" y="459028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06240" y="461772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420624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2578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5257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240280" y="5257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dari pending atau in_progress; done &amp; cancelled bersifat final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15200" y="1097280"/>
            <a:ext cx="4297680" cy="470916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5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Demo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589520" y="18288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75895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92440" y="18470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 (POST)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35824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589520" y="2697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0"/>
          <p:cNvSpPr/>
          <p:nvPr/>
        </p:nvSpPr>
        <p:spPr>
          <a:xfrm>
            <a:off x="75895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092440" y="271576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 (PUT)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35824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58952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75895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092440" y="358444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list / detail (GET)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35824" y="3931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589520" y="44348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8"/>
          <p:cNvSpPr/>
          <p:nvPr/>
        </p:nvSpPr>
        <p:spPr>
          <a:xfrm>
            <a:off x="75895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092440" y="44531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 cancel (DELETE)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Task/Order Tracking API  |  Ghina Athaya Tyano - 25120500011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Evidence: Success &amp; Failure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49240" cy="2514600"/>
          </a:xfrm>
          <a:prstGeom prst="roundRect">
            <a:avLst>
              <a:gd name="adj" fmla="val 2545"/>
            </a:avLst>
          </a:prstGeom>
          <a:solidFill>
            <a:srgbClr val="F4F7F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23360" y="13258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/api/tasks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023360" y="25146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402336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143000"/>
            <a:ext cx="5349240" cy="2514600"/>
          </a:xfrm>
          <a:prstGeom prst="roundRect">
            <a:avLst>
              <a:gd name="adj" fmla="val 2545"/>
            </a:avLst>
          </a:prstGeom>
          <a:solidFill>
            <a:srgbClr val="F4F7F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738360" y="132588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/status (pending → in_progress)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738360" y="25146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973836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349240" cy="2514600"/>
          </a:xfrm>
          <a:prstGeom prst="roundRect">
            <a:avLst>
              <a:gd name="adj" fmla="val 2545"/>
            </a:avLst>
          </a:prstGeom>
          <a:solidFill>
            <a:srgbClr val="F4F7F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023360" y="3977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tanpa field title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023360" y="51663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7" name="Text 12"/>
          <p:cNvSpPr/>
          <p:nvPr/>
        </p:nvSpPr>
        <p:spPr>
          <a:xfrm>
            <a:off x="4023360" y="5166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VALIDATION_ERROR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794760"/>
            <a:ext cx="5349240" cy="2514600"/>
          </a:xfrm>
          <a:prstGeom prst="roundRect">
            <a:avLst>
              <a:gd name="adj" fmla="val 2545"/>
            </a:avLst>
          </a:prstGeom>
          <a:solidFill>
            <a:srgbClr val="F4F7F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738360" y="3977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GET/PUT task tidak ditemukan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738360" y="51663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2" name="Text 16"/>
          <p:cNvSpPr/>
          <p:nvPr/>
        </p:nvSpPr>
        <p:spPr>
          <a:xfrm>
            <a:off x="9738360" y="5166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TASK_NOT_FOUND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Task/Order Tracking API  |  Ghina Athaya Tyano - 25120500011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F9FA004-BEAC-C217-034F-18E9FF6DF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82" y="1305715"/>
            <a:ext cx="3034098" cy="2143450"/>
          </a:xfrm>
          <a:prstGeom prst="rect">
            <a:avLst/>
          </a:prstGeom>
        </p:spPr>
      </p:pic>
      <p:pic>
        <p:nvPicPr>
          <p:cNvPr id="30" name="Picture 29" descr="The image depicts a task status update in the UAS Task Order Tracking API, showing the transition from 'pending' to 'in_progress' status for a task assigned to 'Ghina'.&#10;&#10;AI-generated content may be incorrect.">
            <a:extLst>
              <a:ext uri="{FF2B5EF4-FFF2-40B4-BE49-F238E27FC236}">
                <a16:creationId xmlns:a16="http://schemas.microsoft.com/office/drawing/2014/main" id="{24552E70-4BF1-4B8A-E63C-A20518579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460" y="1325880"/>
            <a:ext cx="3082020" cy="2177305"/>
          </a:xfrm>
          <a:prstGeom prst="rect">
            <a:avLst/>
          </a:prstGeom>
        </p:spPr>
      </p:pic>
      <p:pic>
        <p:nvPicPr>
          <p:cNvPr id="38" name="Picture 37" descr="400 BAD REQUEST&#10;&#10;AI-generated content may be incorrect.">
            <a:extLst>
              <a:ext uri="{FF2B5EF4-FFF2-40B4-BE49-F238E27FC236}">
                <a16:creationId xmlns:a16="http://schemas.microsoft.com/office/drawing/2014/main" id="{BA904172-0AA2-419B-A2B3-B1743576B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74" y="3946936"/>
            <a:ext cx="3128652" cy="2210248"/>
          </a:xfrm>
          <a:prstGeom prst="rect">
            <a:avLst/>
          </a:prstGeom>
        </p:spPr>
      </p:pic>
      <p:pic>
        <p:nvPicPr>
          <p:cNvPr id="40" name="Picture 39" descr="Invalid Status Transition,&#10;&#10;AI-generated content may be incorrect.">
            <a:extLst>
              <a:ext uri="{FF2B5EF4-FFF2-40B4-BE49-F238E27FC236}">
                <a16:creationId xmlns:a16="http://schemas.microsoft.com/office/drawing/2014/main" id="{1419AA70-61B3-2CE8-5B12-74EEAC9B20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461" y="3912498"/>
            <a:ext cx="3161428" cy="22334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Observability, Reliability &amp; Troubleshooting</a:t>
            </a:r>
            <a:endParaRPr lang="en-US" sz="2700" dirty="0"/>
          </a:p>
        </p:txBody>
      </p:sp>
      <p:pic>
        <p:nvPicPr>
          <p:cNvPr id="3" name="Image 0" descr="uas-project/evidence/Screenshot 2026-07-17 044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852160" cy="3456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— payload JSON POST /api/tasks terlihat penuh (HTTP, localhost)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29400" y="109728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/>
        </p:spPr>
      </p:sp>
      <p:sp>
        <p:nvSpPr>
          <p:cNvPr id="6" name="Text 3"/>
          <p:cNvSpPr/>
          <p:nvPr/>
        </p:nvSpPr>
        <p:spPr>
          <a:xfrm>
            <a:off x="681228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app.log (cuplikan)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12280" y="1463040"/>
            <a:ext cx="4617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id=1f54.. POST /api/tasks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 status=201 duration=2.81ms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id=5f65.. PUT /status {pending}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7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 status=409 duration=15.08ms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2940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Design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29400" y="365760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contract konsisten: { error: {code, message}, requestId, timestamp }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X-Request-ID &amp; X-Response-Time pada setiap response (correlation + timing)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retry otomatis 3x (jeda 1 detik) saat API tidak merespon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29400" y="52120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/>
        </p:spPr>
      </p:sp>
      <p:sp>
        <p:nvSpPr>
          <p:cNvPr id="11" name="Text 8"/>
          <p:cNvSpPr/>
          <p:nvPr/>
        </p:nvSpPr>
        <p:spPr>
          <a:xfrm>
            <a:off x="6812280" y="53035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Troubleshooting: 1 skenario transisi status diuji ulang setelah server restart sehingga hasil aktual 404 (bukan 409) — logika 409 tetap terverifikasi pada log sesi awal.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Task/Order Tracking API  |  Ghina Athaya Tyano - 25120500011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108960" cy="31089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Kesimpulan, Limitation &amp; Improvement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0" cy="1051560"/>
          </a:xfrm>
          <a:prstGeom prst="roundRect">
            <a:avLst>
              <a:gd name="adj" fmla="val 8696"/>
            </a:avLst>
          </a:prstGeom>
          <a:solidFill>
            <a:srgbClr val="02C39A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81328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5 endpoint berjalan sesuai desain; testing success/failure reproducible via Postman; observability (correlation ID, response time, logging) tersedia penuh.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94960" cy="3429000"/>
          </a:xfrm>
          <a:prstGeom prst="roundRect">
            <a:avLst>
              <a:gd name="adj" fmla="val 2667"/>
            </a:avLst>
          </a:prstGeom>
          <a:solidFill>
            <a:srgbClr val="141A47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rgbClr val="E4572E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in-memory — data hilang saat restart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autentikasi/autorisasi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n8n masih placeholder URL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697480"/>
            <a:ext cx="5394960" cy="3429000"/>
          </a:xfrm>
          <a:prstGeom prst="roundRect">
            <a:avLst>
              <a:gd name="adj" fmla="val 2667"/>
            </a:avLst>
          </a:prstGeom>
          <a:solidFill>
            <a:srgbClr val="141A47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2971800"/>
            <a:ext cx="502920" cy="50292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6948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370332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database persisten (PostgreSQL/SQLite)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token (JWT/API key)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monitoring real-time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Task/Order Tracking API  |  Ghina Athaya Tyano - 25120500011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689</Words>
  <Application>Microsoft Office PowerPoint</Application>
  <PresentationFormat>Widescreen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yx0jdejk@outlook.com</cp:lastModifiedBy>
  <cp:revision>2</cp:revision>
  <dcterms:created xsi:type="dcterms:W3CDTF">2026-07-16T22:03:57Z</dcterms:created>
  <dcterms:modified xsi:type="dcterms:W3CDTF">2026-07-17T10:04:45Z</dcterms:modified>
</cp:coreProperties>
</file>